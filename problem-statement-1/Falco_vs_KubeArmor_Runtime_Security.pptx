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90A3A5-9577-419F-B8D6-782F7FCDA8BF}">
  <a:tblStyle styleId="{3990A3A5-9577-419F-B8D6-782F7FCDA8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06690c3fb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06690c3fb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06690c3fb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06690c3fb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06690c3fb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06690c3fb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06690c3fb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06690c3fb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7825" y="1620950"/>
            <a:ext cx="8163300" cy="138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/>
              <a:t>Falco vs KubeArmo</a:t>
            </a:r>
            <a:r>
              <a:rPr lang="en-GB" sz="5000"/>
              <a:t>r</a:t>
            </a:r>
            <a:endParaRPr sz="5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1201125"/>
            <a:ext cx="85206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420"/>
              <a:t>Falco: Runtime Threat Detection</a:t>
            </a:r>
            <a:endParaRPr b="1" sz="342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2153625"/>
            <a:ext cx="8520600" cy="24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Syscall-based runtime threat detection</a:t>
            </a:r>
            <a:endParaRPr sz="2800"/>
          </a:p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Detects abnormal container and host behavior</a:t>
            </a:r>
            <a:endParaRPr sz="2800"/>
          </a:p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Generates alerts using predefined rules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1071975"/>
            <a:ext cx="7535400" cy="7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/>
              <a:t>KubeArmor: Runtime Protection</a:t>
            </a:r>
            <a:endParaRPr b="1" sz="3400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2024475"/>
            <a:ext cx="8520600" cy="26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Kubernetes-native runtime security engine</a:t>
            </a:r>
            <a:endParaRPr sz="2800"/>
          </a:p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Enforces security policies at pod level</a:t>
            </a:r>
            <a:endParaRPr sz="2800"/>
          </a:p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Prevents malicious actions in real time</a:t>
            </a:r>
            <a:endParaRPr sz="2800"/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595750"/>
            <a:ext cx="8520600" cy="8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420"/>
              <a:t>Falco vs KubeArmor</a:t>
            </a:r>
            <a:endParaRPr b="1" sz="3420"/>
          </a:p>
        </p:txBody>
      </p:sp>
      <p:graphicFrame>
        <p:nvGraphicFramePr>
          <p:cNvPr id="72" name="Google Shape;72;p16"/>
          <p:cNvGraphicFramePr/>
          <p:nvPr/>
        </p:nvGraphicFramePr>
        <p:xfrm>
          <a:off x="435850" y="157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{3990A3A5-9577-419F-B8D6-782F7FCDA8BF}</a:tableStyleId>
              </a:tblPr>
              <a:tblGrid>
                <a:gridCol w="2982375"/>
                <a:gridCol w="2511825"/>
                <a:gridCol w="2713500"/>
              </a:tblGrid>
              <a:tr h="58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/>
                        <a:t>Feature</a:t>
                      </a:r>
                      <a:endParaRPr b="1"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/>
                        <a:t>Falco</a:t>
                      </a:r>
                      <a:endParaRPr b="1"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/>
                        <a:t>KubeArmor</a:t>
                      </a:r>
                      <a:endParaRPr b="1" sz="2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P</a:t>
                      </a:r>
                      <a:r>
                        <a:rPr lang="en-GB" sz="2200"/>
                        <a:t>rimary function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Detection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Prevention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Action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Alerts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B</a:t>
                      </a:r>
                      <a:r>
                        <a:rPr lang="en-GB" sz="2200"/>
                        <a:t>locks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Policy scope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System-wide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Pod/Container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K</a:t>
                      </a:r>
                      <a:r>
                        <a:rPr lang="en-GB" sz="2200"/>
                        <a:t>ubernetes native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Partial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Yes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1023525"/>
            <a:ext cx="8520600" cy="8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420"/>
              <a:t>When to Use Falco vs KubeArmor</a:t>
            </a:r>
            <a:endParaRPr b="1" sz="3420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959900"/>
            <a:ext cx="8520600" cy="26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Falco for runtime visibility and alerting</a:t>
            </a:r>
            <a:endParaRPr sz="2800"/>
          </a:p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KubeArmor for policy enforcement and prevention</a:t>
            </a:r>
            <a:endParaRPr sz="2800"/>
          </a:p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Combined approach offers stronger security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