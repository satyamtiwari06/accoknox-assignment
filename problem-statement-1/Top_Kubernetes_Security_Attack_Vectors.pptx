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06690c3f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06690c3f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06690c3fb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06690c3fb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6690c3fb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6690c3fb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6690c3f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06690c3f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6825" y="1184575"/>
            <a:ext cx="8595600" cy="20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Top 5 Kubernetes Security Attack Vectors</a:t>
            </a:r>
            <a:endParaRPr b="1"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26950"/>
            <a:ext cx="8520600" cy="6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220"/>
              <a:t>Kubernetes Attack Surface</a:t>
            </a:r>
            <a:endParaRPr b="1" sz="322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059300"/>
            <a:ext cx="8520600" cy="40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Multiple Kubernetes components increase the attack surface</a:t>
            </a:r>
            <a:endParaRPr sz="2200"/>
          </a:p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Misconfigurations are common entry points</a:t>
            </a:r>
            <a:endParaRPr sz="2200"/>
          </a:p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Runtime workloads are primary attack targets</a:t>
            </a:r>
            <a:endParaRPr sz="2200"/>
          </a:p>
        </p:txBody>
      </p:sp>
      <p:sp>
        <p:nvSpPr>
          <p:cNvPr id="61" name="Google Shape;61;p14"/>
          <p:cNvSpPr/>
          <p:nvPr/>
        </p:nvSpPr>
        <p:spPr>
          <a:xfrm>
            <a:off x="569675" y="2804875"/>
            <a:ext cx="1221300" cy="88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External Attacker</a:t>
            </a:r>
            <a:endParaRPr sz="1600"/>
          </a:p>
        </p:txBody>
      </p:sp>
      <p:cxnSp>
        <p:nvCxnSpPr>
          <p:cNvPr id="62" name="Google Shape;62;p14"/>
          <p:cNvCxnSpPr>
            <a:endCxn id="63" idx="1"/>
          </p:cNvCxnSpPr>
          <p:nvPr/>
        </p:nvCxnSpPr>
        <p:spPr>
          <a:xfrm flipH="1" rot="10800000">
            <a:off x="1790850" y="3248875"/>
            <a:ext cx="10485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Google Shape;63;p14"/>
          <p:cNvSpPr/>
          <p:nvPr/>
        </p:nvSpPr>
        <p:spPr>
          <a:xfrm>
            <a:off x="2839350" y="2804875"/>
            <a:ext cx="1221300" cy="88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API Server</a:t>
            </a:r>
            <a:endParaRPr sz="1600"/>
          </a:p>
        </p:txBody>
      </p:sp>
      <p:sp>
        <p:nvSpPr>
          <p:cNvPr id="64" name="Google Shape;64;p14"/>
          <p:cNvSpPr/>
          <p:nvPr/>
        </p:nvSpPr>
        <p:spPr>
          <a:xfrm>
            <a:off x="5109025" y="2804875"/>
            <a:ext cx="1221300" cy="88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Worker Node</a:t>
            </a:r>
            <a:endParaRPr sz="1600"/>
          </a:p>
        </p:txBody>
      </p:sp>
      <p:sp>
        <p:nvSpPr>
          <p:cNvPr id="65" name="Google Shape;65;p14"/>
          <p:cNvSpPr/>
          <p:nvPr/>
        </p:nvSpPr>
        <p:spPr>
          <a:xfrm>
            <a:off x="7271500" y="2804900"/>
            <a:ext cx="1221300" cy="88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lang="en-GB" sz="1600"/>
              <a:t>Pod</a:t>
            </a:r>
            <a:endParaRPr sz="1600"/>
          </a:p>
        </p:txBody>
      </p:sp>
      <p:cxnSp>
        <p:nvCxnSpPr>
          <p:cNvPr id="66" name="Google Shape;66;p14"/>
          <p:cNvCxnSpPr/>
          <p:nvPr/>
        </p:nvCxnSpPr>
        <p:spPr>
          <a:xfrm flipH="1" rot="10800000">
            <a:off x="4006975" y="3248875"/>
            <a:ext cx="10485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4"/>
          <p:cNvCxnSpPr/>
          <p:nvPr/>
        </p:nvCxnSpPr>
        <p:spPr>
          <a:xfrm>
            <a:off x="6330325" y="3244075"/>
            <a:ext cx="9411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900550"/>
            <a:ext cx="82059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/>
              <a:t>Top 5 Kubernetes Security Attack Vectors</a:t>
            </a:r>
            <a:endParaRPr b="1" sz="310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780875"/>
            <a:ext cx="8520600" cy="29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GB" sz="2600"/>
              <a:t>Insecure RBAC and exposed API Server</a:t>
            </a:r>
            <a:endParaRPr sz="2600"/>
          </a:p>
          <a:p>
            <a:pPr indent="-3937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GB" sz="2600"/>
              <a:t>Vulnerable or malicious container images</a:t>
            </a:r>
            <a:endParaRPr sz="2600"/>
          </a:p>
          <a:p>
            <a:pPr indent="-3937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GB" sz="2600"/>
              <a:t>Privilege escalation and pod escape</a:t>
            </a:r>
            <a:endParaRPr sz="2600"/>
          </a:p>
          <a:p>
            <a:pPr indent="-3937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GB" sz="2600"/>
              <a:t>Network lateral movement between pods</a:t>
            </a:r>
            <a:endParaRPr sz="2600"/>
          </a:p>
          <a:p>
            <a:pPr indent="-3937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GB" sz="2600"/>
              <a:t>Insecure secrets and environment variables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943850"/>
            <a:ext cx="8520600" cy="9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/>
              <a:t>Impact of Kubernetes Security Attacks</a:t>
            </a:r>
            <a:endParaRPr b="1" sz="3420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853050"/>
            <a:ext cx="8520600" cy="27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Unauthorized access to cluster resources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Data leakage and service disruption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Full node or cluster compromise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828375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/>
              <a:t>Mitigation &amp; Security Best Practices</a:t>
            </a:r>
            <a:endParaRPr b="1" sz="342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838625"/>
            <a:ext cx="8520600" cy="26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GB" sz="2600"/>
              <a:t>Enforce least-privilege RBAC and secure API access</a:t>
            </a:r>
            <a:endParaRPr sz="2600"/>
          </a:p>
          <a:p>
            <a:pPr indent="-3937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GB" sz="2600"/>
              <a:t>Scan and validate container images before deployment</a:t>
            </a:r>
            <a:endParaRPr sz="2600"/>
          </a:p>
          <a:p>
            <a:pPr indent="-3937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GB" sz="2600"/>
              <a:t>Apply runtime security and policy enforcement</a:t>
            </a:r>
            <a:endParaRPr sz="2600"/>
          </a:p>
          <a:p>
            <a:pPr indent="-3937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GB" sz="2600"/>
              <a:t>Adopt a Zero Trust CNAPP approach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